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10514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640080"/>
            <a:ext cx="2743200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Subtitle or date goes here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1051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B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828800" cy="0"/>
          </a:xfrm>
          <a:prstGeom prst="line">
            <a:avLst/>
          </a:prstGeom>
          <a:noFill/>
          <a:ln w="25400">
            <a:solidFill>
              <a:srgbClr val="E105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this section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Heading Goes Here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text goes here. Use this slide for text-heavy content that needs clear hierarchy and readability. Keep paragraphs concise and focused on a single key message per slide.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details can follow in a second paragraph, but avoid overcrowding. White space is a feature, not a waste.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Column Layout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left column for explanatory text, key points, or narrative content. This layout works well for pairing insights with supporting visuals.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or Chart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Placeholder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One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this feature and its key benefit to users.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874520"/>
            <a:ext cx="411480" cy="41148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949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Two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this feature and its key benefit to users.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Three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this feature and its key benefit to users.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520440"/>
            <a:ext cx="411480" cy="41148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949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Four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9496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this feature and its key benefit to users.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6400" dirty="0"/>
          </a:p>
        </p:txBody>
      </p:sp>
      <p:sp>
        <p:nvSpPr>
          <p:cNvPr id="4" name="Shape 1"/>
          <p:cNvSpPr/>
          <p:nvPr/>
        </p:nvSpPr>
        <p:spPr>
          <a:xfrm>
            <a:off x="1188720" y="3108960"/>
            <a:ext cx="109728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383280" y="13716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1.2M</a:t>
            </a:r>
            <a:endParaRPr lang="en-US" sz="6400" dirty="0"/>
          </a:p>
        </p:txBody>
      </p:sp>
      <p:sp>
        <p:nvSpPr>
          <p:cNvPr id="7" name="Shape 4"/>
          <p:cNvSpPr/>
          <p:nvPr/>
        </p:nvSpPr>
        <p:spPr>
          <a:xfrm>
            <a:off x="4114800" y="3108960"/>
            <a:ext cx="109728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Policies Issued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13716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7040880" y="3108960"/>
            <a:ext cx="109728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Countries Covered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Overview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Feature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Basic Plan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Premium Plan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Coverage Area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Regional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Global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Global+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Claims Processing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days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 hours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Instant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Support Level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Email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24/7 Phone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Dedicated Rep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Annual Cost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$1,200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$3,600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097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Overview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051560" y="2331720"/>
            <a:ext cx="164592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3108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2331720"/>
            <a:ext cx="164592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103120"/>
            <a:ext cx="502920" cy="50292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11" name="Text 8"/>
          <p:cNvSpPr/>
          <p:nvPr/>
        </p:nvSpPr>
        <p:spPr>
          <a:xfrm>
            <a:off x="2834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7744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77440" y="3108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Wireframes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57800" y="2331720"/>
            <a:ext cx="164592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2103120"/>
            <a:ext cx="502920" cy="50292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48056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80560" y="3108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40880" y="2103120"/>
            <a:ext cx="502920" cy="502920"/>
          </a:xfrm>
          <a:prstGeom prst="ellipse">
            <a:avLst/>
          </a:prstGeom>
          <a:solidFill>
            <a:srgbClr val="E10514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0" y="3108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1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compelling quote or key insight that captures the essence of your message goes 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Speaker Name, Title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0" y="333756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2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10514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097280"/>
            <a:ext cx="2743200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contact@passportcard.com  |  passportcard.com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SparkKit - PassportCard Internal Use Only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PassportCard Brand Template</dc:title>
  <dc:subject>PptxGenJS Presentation</dc:subject>
  <dc:creator>SparkKit - PassportCard</dc:creator>
  <cp:lastModifiedBy>SparkKit - PassportCard</cp:lastModifiedBy>
  <cp:revision>1</cp:revision>
  <dcterms:created xsi:type="dcterms:W3CDTF">2026-03-15T07:28:20Z</dcterms:created>
  <dcterms:modified xsi:type="dcterms:W3CDTF">2026-03-15T07:28:20Z</dcterms:modified>
</cp:coreProperties>
</file>